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31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TaxSphere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India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Admin &amp; Employee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Workflow Guide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C7D9"/>
                </a:solidFill>
              </a:rPr>
              <a:t>Internal compliance operations | Current desktop MVP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SCREEN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Step 1: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pic>
        <p:nvPicPr>
          <p:cNvPr id="7" name="Image 0" descr="C:\Users\HKD81\OneDrive\Desktop\ATS_project\docs\presentation\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813816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08592" y="2240280"/>
            <a:ext cx="19202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33C"/>
                </a:solidFill>
              </a:rPr>
              <a:t>Login ke baad yahi main screen open hoti hai. Sidebar se working module select karein.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SCREEN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Step 2: Admin Login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pic>
        <p:nvPicPr>
          <p:cNvPr id="7" name="Image 0" descr="C:\Users\HKD81\OneDrive\Desktop\ATS_project\docs\presentation\screenshot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813816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08592" y="2240280"/>
            <a:ext cx="19202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33C"/>
                </a:solidFill>
              </a:rPr>
              <a:t>Existing admin or employee approved work email aur password enter karta hai.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SCREEN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Step 3: Create Workspace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pic>
        <p:nvPicPr>
          <p:cNvPr id="7" name="Image 0" descr="C:\Users\HKD81\OneDrive\Desktop\ATS_project\docs\presentation\screenshots\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813816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08592" y="2240280"/>
            <a:ext cx="19202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33C"/>
                </a:solidFill>
              </a:rPr>
              <a:t>First-time only: Admin ID, organization/CA firm aur password create karein.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SCREEN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Step 4: My Clients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pic>
        <p:nvPicPr>
          <p:cNvPr id="7" name="Image 0" descr="C:\Users\HKD81\OneDrive\Desktop\ATS_project\docs\presentation\screenshots\cl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813816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08592" y="2240280"/>
            <a:ext cx="19202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33C"/>
                </a:solidFill>
              </a:rPr>
              <a:t>Client ka legal name, entity type, PAN aur contact details save karein.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SCREEN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Step 5: GST Workspace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pic>
        <p:nvPicPr>
          <p:cNvPr id="7" name="Image 0" descr="C:\Users\HKD81\OneDrive\Desktop\ATS_project\docs\presentation\screenshots\g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813816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08592" y="2240280"/>
            <a:ext cx="19202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33C"/>
                </a:solidFill>
              </a:rPr>
              <a:t>GSTIN add karein, sales invoice validate karein aur prepared GSTR-1 summary dekhein.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SCREEN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Step 6: Accounting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pic>
        <p:nvPicPr>
          <p:cNvPr id="7" name="Image 0" descr="C:\Users\HKD81\OneDrive\Desktop\ATS_project\docs\presentation\screenshots\accoun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813816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08592" y="2240280"/>
            <a:ext cx="19202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33C"/>
                </a:solidFill>
              </a:rPr>
              <a:t>Debit aur credit lines add karke balanced journal voucher prepare karein.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SCREEN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Step 7: Reconciliation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pic>
        <p:nvPicPr>
          <p:cNvPr id="7" name="Image 0" descr="C:\Users\HKD81\OneDrive\Desktop\ATS_project\docs\presentation\screenshots\reconcil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813816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202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08592" y="2240280"/>
            <a:ext cx="19202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33C"/>
                </a:solidFill>
              </a:rPr>
              <a:t>Purchase register aur GSTR-2B data match karke result aur explanation review karein.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Application purpose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Internal desktop workspace for your organization’s GST, accounting and client compliance operations.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Only organization admins and authorized employees use the software.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Clients do not receive a login in this desktop edition.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Current live modules: Clients, GST invoices, GSTR-1 preparation, Accounting journals and GSTR-2B reconciliation.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Prepared return/report is different from legally filed return.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ADMIN 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First-time admin account creation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Click Create administrator workspace once.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Enter full name, firm/organization name, work email and strong password.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This creates your Admin ID and an isolated organization workspace.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Next time, use Admin sign in with the same email and password.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If email already exists, sign in rather than creating a duplicate workspace.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LOGIN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Daily admin and employee login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Open the TaxSphere desktop application.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Select Admin sign in.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Enter authorized work email and password.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After successful login, the dashboard opens automatically.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Use the left sidebar for My Clients, GST, Accounting and Reconciliation.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Never share login credentials with an unauthorized person.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MY CLIENTS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Client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Open My Clients.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Add client name, entity type, PAN, email and mobile number.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Choose correct entity type: individual, proprietorship, partnership, LLP, company, trust or other.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PAN is unique inside the organization to prevent duplicate client profiles.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Verify source documents before saving client information.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Create/select a client before beginning a compliance job.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GST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GST invoices and GSTR-1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Add active GST registration: GSTIN, legal name and state code.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Enter sales invoices with place of supply, recipient, HSN/SAC, taxable value and GST rate.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System calculates CGST/SGST for intra-state supplies and IGST for inter-state supplies.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Prepare current-month GSTR-1 summary after validated invoices are entered.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GSTR-1 remains Prepared until an authorized GSTN/GSP filing integration confirms submission.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ACCOUNTING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Accounting journals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Open Accounting and create a journal voucher.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Enter debit and credit account lines plus narration/reference.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Posting is allowed only when debit total equals credit total.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Use balanced entries for receipts, payments, expenses and adjustments.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Review voucher evidence before posting any accounting entry.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RECONCILIATION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Purchase vs GSTR-2B reconciliation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Select GST registration and tax period.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Record purchase-register invoices from books.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Import or enter GSTR-2B invoice data.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Run reconciliation to compare GSTIN, normalized invoice number, taxable value and tax amount.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Review exact match, value mismatch, missing in books and missing in GSTR-2B explanations.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ITC eligibility requires professional review; matching does not by itself establish eligibility.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TESTING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Demo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Login as administrator.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Create a sample client.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Add GST registration and sales invoice.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Prepare GSTR-1 summary.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Create one balanced accounting journal.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Add purchase and GSTR-2B entries, then run reconciliation.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Use this sequence when presenting the current MVP to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IMPORTANT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Not ready yet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ITR tax computation and ITR filing workflow.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TDS/TCS, PF, FSSAI, Udyam, IEC, trademark, ISO and loan workflows.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Document uploads, reminders, WhatsApp/SMS/email integrations.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Live GST/Income Tax submission, ARN capture, acknowledgement and e-verification.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Do not commit unavailable software workflows to clients until implementation and testing are complete.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40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78A84"/>
                </a:solidFill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C"/>
                </a:solidFill>
              </a:rPr>
              <a:t>End-to-end standard process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46520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TaxSphere India | Internal admin and employee training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3784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Admin login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Create or select client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Open relevant module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Collect verified information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Enter and validate data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Internal review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Prepare return/report/reconciliation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3C"/>
                </a:solidFill>
              </a:rPr>
              <a:t>Record filing only after verified portal acknowledgement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EAF3F8"/>
          </a:solidFill>
          <a:ln w="12700">
            <a:solidFill>
              <a:srgbClr val="C7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696712"/>
            <a:ext cx="10012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27D98"/>
                </a:solidFill>
              </a:rPr>
              <a:t>Keep approvals and supporting documents under your internal document policy.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TaxSphere India - Admin and Employee Workflow</dc:title>
  <dc:subject>PptxGenJS Presentation</dc:subject>
  <dc:creator>TaxSphere India</dc:creator>
  <cp:lastModifiedBy>TaxSphere India</cp:lastModifiedBy>
  <cp:revision>1</cp:revision>
  <dcterms:created xsi:type="dcterms:W3CDTF">2026-09-29T11:48:39Z</dcterms:created>
  <dcterms:modified xsi:type="dcterms:W3CDTF">2026-09-29T11:48:39Z</dcterms:modified>
</cp:coreProperties>
</file>